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28" y="987552"/>
            <a:ext cx="8385048" cy="3081528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52321-4D71-4DA8-BD2C-DC22FC15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06" y="4480561"/>
            <a:ext cx="5993892" cy="1166495"/>
          </a:xfrm>
        </p:spPr>
        <p:txBody>
          <a:bodyPr>
            <a:normAutofit/>
          </a:bodyPr>
          <a:lstStyle>
            <a:lvl1pPr marL="0" indent="0" algn="ctr">
              <a:buNone/>
              <a:defRPr sz="1400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7183-71EA-4A92-8609-41ECB53F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F2E6-1ECC-4081-8EBF-C80C6C94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3FA67-CD72-4503-BA25-FEC88010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63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444B-9FC3-414D-8EA0-15AB806D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091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79BA-620F-4443-807B-BE44F36F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09738"/>
            <a:ext cx="9430811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A625-6442-4047-B545-433C4451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4589463"/>
            <a:ext cx="94308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AA30-3B1A-4BEA-9835-33D20724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6440-3149-446F-8105-485333B1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EDB1-D604-4E10-B334-5DB30349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3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25625"/>
            <a:ext cx="468405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6B04C-FB9E-4A9E-8892-4B5B7028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2" y="1825625"/>
            <a:ext cx="468405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20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2E5C-0B2D-4DB5-95F6-3C2C825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999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872132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4872133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9809" y="1681163"/>
            <a:ext cx="4849909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9810" y="2505075"/>
            <a:ext cx="4872134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7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818-E8D0-497B-9A7E-4F281D0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82B9D-CD58-4C05-8A78-CB6E0E9D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60CD-D6F3-40A7-BB8B-FEC8E31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4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8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D3CB-0541-46AD-B35E-0E0A1375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EFDE-1D7D-46B8-AB55-A3C02EDD1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2153" cy="5403850"/>
          </a:xfrm>
        </p:spPr>
        <p:txBody>
          <a:bodyPr/>
          <a:lstStyle>
            <a:lvl1pPr>
              <a:defRPr sz="3200"/>
            </a:lvl1pPr>
            <a:lvl2pPr>
              <a:defRPr sz="2800" b="1"/>
            </a:lvl2pPr>
            <a:lvl3pPr>
              <a:defRPr sz="2400" b="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1D2F5-DB36-4943-8A14-96AFC488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C07D4-6597-444C-9EFD-62021AE7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D0D2C-70E8-4A24-9727-BEAF10B1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9E0F6-7216-48A1-8BCA-770C6DE3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33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EBD-5F1A-4111-A7F2-1CE82C9A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517FB-4008-4F68-B193-482971BA7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6C5F-0885-458F-9B21-47E60171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6F2E-B752-4D78-8DC4-C96A1A00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7751-8BB8-4224-870A-A2953E76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CE94-BD7E-44B3-9B5E-67D4BD31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9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3CBE-1EA9-4E8B-A281-C50B792E5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EB1A0-A59D-4CB9-BABB-C6BF1D2E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265B-940D-433C-AD76-2D6A4244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AB98E-314F-45C4-9A64-AD3FAE05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9F32-B214-4A0C-8669-7FE4BA44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3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E4A6D-DAA1-4551-A093-3C36C1C8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5FDA9-71CD-4B86-B291-BEBA43D8E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F5B1-B635-4479-A426-B1D40665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3098-8769-47C3-80B2-C2942F98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9297-65D4-45BE-BE6C-5531FC6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99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FD227-869A-489C-A9B5-3F0498DF3C0C}"/>
              </a:ext>
            </a:extLst>
          </p:cNvPr>
          <p:cNvGrpSpPr/>
          <p:nvPr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E913-A9D9-4639-B104-1F07A4A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0CEB-B6D7-46E6-9843-51534214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C8B5-8DFB-4920-8580-54824C831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B5898F52-2787-4BA2-BBBC-9395E9F86D50}" type="datetimeFigureOut">
              <a:rPr lang="en-US" smtClean="0"/>
              <a:pPr/>
              <a:t>2/22/2026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D5D-B616-4048-9CB8-4D316BBD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22F0-8F3D-4AC5-9873-24666D0E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4C8B8A27-DF03-4546-BA93-21C967D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07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3439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6A9E-CAA0-C8C1-C870-61C3B2949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274" y="481264"/>
            <a:ext cx="9593179" cy="147587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Java-Based Smart Procurement &amp; Vendor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A7E4D-6C9B-2566-8E64-AB982584E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5810" y="5459129"/>
            <a:ext cx="5648705" cy="1166495"/>
          </a:xfrm>
        </p:spPr>
        <p:txBody>
          <a:bodyPr/>
          <a:lstStyle/>
          <a:p>
            <a:r>
              <a:rPr lang="en-IN" dirty="0"/>
              <a:t>Submitted by</a:t>
            </a:r>
          </a:p>
          <a:p>
            <a:r>
              <a:rPr lang="en-IN" dirty="0"/>
              <a:t>Rajitha Gugloth</a:t>
            </a:r>
          </a:p>
        </p:txBody>
      </p:sp>
    </p:spTree>
    <p:extLst>
      <p:ext uri="{BB962C8B-B14F-4D97-AF65-F5344CB8AC3E}">
        <p14:creationId xmlns:p14="http://schemas.microsoft.com/office/powerpoint/2010/main" val="1311580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914CA-9F86-9213-30BD-5DE672057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11" y="208548"/>
            <a:ext cx="10318849" cy="1619936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F7C71E1-358B-8C3A-EE41-DC74F8A0C66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05852" y="1443394"/>
            <a:ext cx="851835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Procurement is the process of purchasing goods/services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Vendor management handles supplier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systems are slow and error-prone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system automates procurement workflow</a:t>
            </a:r>
          </a:p>
        </p:txBody>
      </p:sp>
    </p:spTree>
    <p:extLst>
      <p:ext uri="{BB962C8B-B14F-4D97-AF65-F5344CB8AC3E}">
        <p14:creationId xmlns:p14="http://schemas.microsoft.com/office/powerpoint/2010/main" val="90123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87D301-480A-052B-9ADB-09CA6FBC3DB5}"/>
              </a:ext>
            </a:extLst>
          </p:cNvPr>
          <p:cNvSpPr txBox="1"/>
          <p:nvPr/>
        </p:nvSpPr>
        <p:spPr>
          <a:xfrm>
            <a:off x="352926" y="368968"/>
            <a:ext cx="87910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F2B3CA-A8BF-943F-59FE-14B0E9137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7" y="1077870"/>
            <a:ext cx="1211178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purchase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vendor performance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quotation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transparency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 in approvals</a:t>
            </a:r>
          </a:p>
        </p:txBody>
      </p:sp>
    </p:spTree>
    <p:extLst>
      <p:ext uri="{BB962C8B-B14F-4D97-AF65-F5344CB8AC3E}">
        <p14:creationId xmlns:p14="http://schemas.microsoft.com/office/powerpoint/2010/main" val="2151787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63748A-4512-1922-A62A-18927118A524}"/>
              </a:ext>
            </a:extLst>
          </p:cNvPr>
          <p:cNvSpPr txBox="1"/>
          <p:nvPr/>
        </p:nvSpPr>
        <p:spPr>
          <a:xfrm>
            <a:off x="272716" y="256674"/>
            <a:ext cx="88712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Proposed Solution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DE0B8D-099E-25F9-558B-79A1AEB4B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74" y="1037764"/>
            <a:ext cx="716249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procurement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vendor rating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purchase order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Invoice &amp; payment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 dashboard</a:t>
            </a:r>
          </a:p>
        </p:txBody>
      </p:sp>
    </p:spTree>
    <p:extLst>
      <p:ext uri="{BB962C8B-B14F-4D97-AF65-F5344CB8AC3E}">
        <p14:creationId xmlns:p14="http://schemas.microsoft.com/office/powerpoint/2010/main" val="3727777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023359-313E-C70D-5960-713FF51F91F5}"/>
              </a:ext>
            </a:extLst>
          </p:cNvPr>
          <p:cNvSpPr txBox="1"/>
          <p:nvPr/>
        </p:nvSpPr>
        <p:spPr>
          <a:xfrm>
            <a:off x="160421" y="144379"/>
            <a:ext cx="89835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CA04DD-10FC-E784-E9D5-171E7D4B6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85" y="845259"/>
            <a:ext cx="629855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procurement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paperwork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best vendor using scoring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transparency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payments and orders</a:t>
            </a:r>
          </a:p>
        </p:txBody>
      </p:sp>
    </p:spTree>
    <p:extLst>
      <p:ext uri="{BB962C8B-B14F-4D97-AF65-F5344CB8AC3E}">
        <p14:creationId xmlns:p14="http://schemas.microsoft.com/office/powerpoint/2010/main" val="1010545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C0B024-D5D1-5CDB-C55C-808B81B5C90C}"/>
              </a:ext>
            </a:extLst>
          </p:cNvPr>
          <p:cNvSpPr txBox="1"/>
          <p:nvPr/>
        </p:nvSpPr>
        <p:spPr>
          <a:xfrm>
            <a:off x="144379" y="240632"/>
            <a:ext cx="89996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Technology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CB3C8-A605-F112-6AFE-163469CFBA7D}"/>
              </a:ext>
            </a:extLst>
          </p:cNvPr>
          <p:cNvSpPr txBox="1"/>
          <p:nvPr/>
        </p:nvSpPr>
        <p:spPr>
          <a:xfrm>
            <a:off x="517359" y="1218473"/>
            <a:ext cx="862664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Frontend:</a:t>
            </a:r>
            <a:r>
              <a:rPr lang="en-US" sz="3200" dirty="0"/>
              <a:t> React / </a:t>
            </a:r>
            <a:r>
              <a:rPr lang="en-US" sz="3200" dirty="0" err="1"/>
              <a:t>Thymeleaf</a:t>
            </a:r>
            <a:br>
              <a:rPr lang="en-US" sz="3200" dirty="0"/>
            </a:br>
            <a:r>
              <a:rPr lang="en-US" sz="3200" b="1" dirty="0"/>
              <a:t>Backend:</a:t>
            </a:r>
            <a:r>
              <a:rPr lang="en-US" sz="3200" dirty="0"/>
              <a:t> Java, Spring Boot</a:t>
            </a:r>
            <a:br>
              <a:rPr lang="en-US" sz="3200" dirty="0"/>
            </a:br>
            <a:r>
              <a:rPr lang="en-US" sz="3200" b="1" dirty="0"/>
              <a:t>Database:</a:t>
            </a:r>
            <a:r>
              <a:rPr lang="en-US" sz="3200" dirty="0"/>
              <a:t> MySQL</a:t>
            </a:r>
            <a:br>
              <a:rPr lang="en-US" sz="3200" dirty="0"/>
            </a:br>
            <a:r>
              <a:rPr lang="en-US" sz="3200" b="1" dirty="0"/>
              <a:t>Security:</a:t>
            </a:r>
            <a:r>
              <a:rPr lang="en-US" sz="3200" dirty="0"/>
              <a:t> Spring Security + JWT</a:t>
            </a:r>
            <a:br>
              <a:rPr lang="en-US" sz="3200" dirty="0"/>
            </a:br>
            <a:r>
              <a:rPr lang="en-US" sz="3200" b="1" dirty="0"/>
              <a:t>Build Tool:</a:t>
            </a:r>
            <a:r>
              <a:rPr lang="en-US" sz="3200" dirty="0"/>
              <a:t> Maven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0249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BDA12A-A6DD-D26A-FB86-4AED1A55706B}"/>
              </a:ext>
            </a:extLst>
          </p:cNvPr>
          <p:cNvSpPr txBox="1"/>
          <p:nvPr/>
        </p:nvSpPr>
        <p:spPr>
          <a:xfrm>
            <a:off x="160421" y="160421"/>
            <a:ext cx="89835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/>
              <a:t>Core 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6FFC7A-44EC-BD11-B583-4322B4791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63" y="947954"/>
            <a:ext cx="1227221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&amp; Role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Vendor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Purchase Requisition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Quotation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Purchase 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Invoice &amp; Payment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 &amp; Dashboard</a:t>
            </a:r>
          </a:p>
        </p:txBody>
      </p:sp>
    </p:spTree>
    <p:extLst>
      <p:ext uri="{BB962C8B-B14F-4D97-AF65-F5344CB8AC3E}">
        <p14:creationId xmlns:p14="http://schemas.microsoft.com/office/powerpoint/2010/main" val="175913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A569E5-7E29-E29E-6638-137728CEA117}"/>
              </a:ext>
            </a:extLst>
          </p:cNvPr>
          <p:cNvSpPr txBox="1"/>
          <p:nvPr/>
        </p:nvSpPr>
        <p:spPr>
          <a:xfrm>
            <a:off x="128337" y="208547"/>
            <a:ext cx="90156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Vendor Management Module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556BD9-2FB8-F436-8C74-7EC387F2A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716" y="914555"/>
            <a:ext cx="499696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Vendor registration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upload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Vendor rating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Blacklisting poor vendors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tracking</a:t>
            </a:r>
          </a:p>
        </p:txBody>
      </p:sp>
    </p:spTree>
    <p:extLst>
      <p:ext uri="{BB962C8B-B14F-4D97-AF65-F5344CB8AC3E}">
        <p14:creationId xmlns:p14="http://schemas.microsoft.com/office/powerpoint/2010/main" val="2616419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F808B9-BFB3-886F-331D-157236C17FE0}"/>
              </a:ext>
            </a:extLst>
          </p:cNvPr>
          <p:cNvSpPr txBox="1"/>
          <p:nvPr/>
        </p:nvSpPr>
        <p:spPr>
          <a:xfrm>
            <a:off x="0" y="176463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Procurement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CA986-5749-92C2-26D0-1AB327AC2829}"/>
              </a:ext>
            </a:extLst>
          </p:cNvPr>
          <p:cNvSpPr txBox="1"/>
          <p:nvPr/>
        </p:nvSpPr>
        <p:spPr>
          <a:xfrm>
            <a:off x="272716" y="1010653"/>
            <a:ext cx="88151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IN" sz="3200" dirty="0"/>
              <a:t>Raise Purchase Request</a:t>
            </a:r>
          </a:p>
          <a:p>
            <a:pPr>
              <a:buFont typeface="+mj-lt"/>
              <a:buAutoNum type="arabicPeriod"/>
            </a:pPr>
            <a:r>
              <a:rPr lang="en-IN" sz="3200" dirty="0"/>
              <a:t>Manager Approval</a:t>
            </a:r>
          </a:p>
          <a:p>
            <a:pPr>
              <a:buFont typeface="+mj-lt"/>
              <a:buAutoNum type="arabicPeriod"/>
            </a:pPr>
            <a:r>
              <a:rPr lang="en-IN" sz="3200" dirty="0"/>
              <a:t>Vendor Quotation Submission</a:t>
            </a:r>
          </a:p>
          <a:p>
            <a:pPr>
              <a:buFont typeface="+mj-lt"/>
              <a:buAutoNum type="arabicPeriod"/>
            </a:pPr>
            <a:r>
              <a:rPr lang="en-IN" sz="3200" dirty="0"/>
              <a:t>Quotation Comparison</a:t>
            </a:r>
          </a:p>
          <a:p>
            <a:pPr>
              <a:buFont typeface="+mj-lt"/>
              <a:buAutoNum type="arabicPeriod"/>
            </a:pPr>
            <a:r>
              <a:rPr lang="en-IN" sz="3200" dirty="0"/>
              <a:t>Generate Purchase Order</a:t>
            </a:r>
          </a:p>
          <a:p>
            <a:pPr>
              <a:buFont typeface="+mj-lt"/>
              <a:buAutoNum type="arabicPeriod"/>
            </a:pPr>
            <a:r>
              <a:rPr lang="en-IN" sz="3200" dirty="0"/>
              <a:t>Invoice &amp; Payment</a:t>
            </a:r>
          </a:p>
        </p:txBody>
      </p:sp>
    </p:spTree>
    <p:extLst>
      <p:ext uri="{BB962C8B-B14F-4D97-AF65-F5344CB8AC3E}">
        <p14:creationId xmlns:p14="http://schemas.microsoft.com/office/powerpoint/2010/main" val="2158072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CBB424-3A7A-C355-63EC-41A438B78080}"/>
              </a:ext>
            </a:extLst>
          </p:cNvPr>
          <p:cNvSpPr txBox="1"/>
          <p:nvPr/>
        </p:nvSpPr>
        <p:spPr>
          <a:xfrm>
            <a:off x="0" y="160421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Database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98F71-EF38-39B5-2045-4C69FA38314B}"/>
              </a:ext>
            </a:extLst>
          </p:cNvPr>
          <p:cNvSpPr txBox="1"/>
          <p:nvPr/>
        </p:nvSpPr>
        <p:spPr>
          <a:xfrm>
            <a:off x="208547" y="868307"/>
            <a:ext cx="887930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dirty="0"/>
              <a:t>Main Tables: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Vendors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Purchase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Quotations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Purchase 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Invoices</a:t>
            </a:r>
          </a:p>
        </p:txBody>
      </p:sp>
    </p:spTree>
    <p:extLst>
      <p:ext uri="{BB962C8B-B14F-4D97-AF65-F5344CB8AC3E}">
        <p14:creationId xmlns:p14="http://schemas.microsoft.com/office/powerpoint/2010/main" val="3018850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BE4296-ABAA-3C06-85DC-49BDD758861E}"/>
              </a:ext>
            </a:extLst>
          </p:cNvPr>
          <p:cNvSpPr txBox="1"/>
          <p:nvPr/>
        </p:nvSpPr>
        <p:spPr>
          <a:xfrm>
            <a:off x="128337" y="256674"/>
            <a:ext cx="90156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B4AB87-638D-BF30-09BE-F9FBFA245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04727"/>
            <a:ext cx="578877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 encryption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REST APIs</a:t>
            </a:r>
          </a:p>
        </p:txBody>
      </p:sp>
    </p:spTree>
    <p:extLst>
      <p:ext uri="{BB962C8B-B14F-4D97-AF65-F5344CB8AC3E}">
        <p14:creationId xmlns:p14="http://schemas.microsoft.com/office/powerpoint/2010/main" val="1247142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A0F1D4-C619-3EFB-2D32-A5B6B7BAAA62}"/>
              </a:ext>
            </a:extLst>
          </p:cNvPr>
          <p:cNvSpPr txBox="1"/>
          <p:nvPr/>
        </p:nvSpPr>
        <p:spPr>
          <a:xfrm>
            <a:off x="160421" y="128337"/>
            <a:ext cx="89835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F3544D-E7A9-C380-264D-84A5D9582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95" y="880138"/>
            <a:ext cx="573748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Daily stand-ups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Sprint review &amp; retrospective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Sprint-based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testing &amp; integration</a:t>
            </a:r>
          </a:p>
        </p:txBody>
      </p:sp>
    </p:spTree>
    <p:extLst>
      <p:ext uri="{BB962C8B-B14F-4D97-AF65-F5344CB8AC3E}">
        <p14:creationId xmlns:p14="http://schemas.microsoft.com/office/powerpoint/2010/main" val="2595682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336888-0128-8322-1B56-6ED445BAEF6C}"/>
              </a:ext>
            </a:extLst>
          </p:cNvPr>
          <p:cNvSpPr txBox="1"/>
          <p:nvPr/>
        </p:nvSpPr>
        <p:spPr>
          <a:xfrm>
            <a:off x="0" y="144379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410FA-0249-675B-31C3-2DCFF0CC9992}"/>
              </a:ext>
            </a:extLst>
          </p:cNvPr>
          <p:cNvSpPr txBox="1"/>
          <p:nvPr/>
        </p:nvSpPr>
        <p:spPr>
          <a:xfrm>
            <a:off x="256674" y="978568"/>
            <a:ext cx="883117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procurement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vendor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workflow</a:t>
            </a:r>
          </a:p>
        </p:txBody>
      </p:sp>
    </p:spTree>
    <p:extLst>
      <p:ext uri="{BB962C8B-B14F-4D97-AF65-F5344CB8AC3E}">
        <p14:creationId xmlns:p14="http://schemas.microsoft.com/office/powerpoint/2010/main" val="3703733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577810-4693-C4C8-D9E6-3082BAF4F9D0}"/>
              </a:ext>
            </a:extLst>
          </p:cNvPr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4DEED2-D9B7-A4BA-2C66-FDB9777CD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32" y="629707"/>
            <a:ext cx="707456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vendor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ERP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 for audit</a:t>
            </a:r>
          </a:p>
        </p:txBody>
      </p:sp>
    </p:spTree>
    <p:extLst>
      <p:ext uri="{BB962C8B-B14F-4D97-AF65-F5344CB8AC3E}">
        <p14:creationId xmlns:p14="http://schemas.microsoft.com/office/powerpoint/2010/main" val="2711348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F276E-FF8B-94AF-C513-2C4FEFBA3533}"/>
              </a:ext>
            </a:extLst>
          </p:cNvPr>
          <p:cNvSpPr txBox="1"/>
          <p:nvPr/>
        </p:nvSpPr>
        <p:spPr>
          <a:xfrm>
            <a:off x="160421" y="192505"/>
            <a:ext cx="89835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053A65-39F8-889E-49C2-B45C3F8E1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010" y="900391"/>
            <a:ext cx="651229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vendor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and transparency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procurement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F38FC5-0E0E-79A0-62A6-A6D83B37619B}"/>
              </a:ext>
            </a:extLst>
          </p:cNvPr>
          <p:cNvSpPr txBox="1"/>
          <p:nvPr/>
        </p:nvSpPr>
        <p:spPr>
          <a:xfrm>
            <a:off x="4154905" y="4419417"/>
            <a:ext cx="73312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04686339"/>
      </p:ext>
    </p:extLst>
  </p:cSld>
  <p:clrMapOvr>
    <a:masterClrMapping/>
  </p:clrMapOvr>
</p:sld>
</file>

<file path=ppt/theme/theme1.xml><?xml version="1.0" encoding="utf-8"?>
<a:theme xmlns:a="http://schemas.openxmlformats.org/drawingml/2006/main" name="BohemianVTI">
  <a:themeElements>
    <a:clrScheme name="Boho">
      <a:dk1>
        <a:sysClr val="windowText" lastClr="000000"/>
      </a:dk1>
      <a:lt1>
        <a:sysClr val="window" lastClr="FFFFFF"/>
      </a:lt1>
      <a:dk2>
        <a:srgbClr val="323232"/>
      </a:dk2>
      <a:lt2>
        <a:srgbClr val="F4F1EF"/>
      </a:lt2>
      <a:accent1>
        <a:srgbClr val="8F4F58"/>
      </a:accent1>
      <a:accent2>
        <a:srgbClr val="D09182"/>
      </a:accent2>
      <a:accent3>
        <a:srgbClr val="C7A085"/>
      </a:accent3>
      <a:accent4>
        <a:srgbClr val="ADA085"/>
      </a:accent4>
      <a:accent5>
        <a:srgbClr val="5F787F"/>
      </a:accent5>
      <a:accent6>
        <a:srgbClr val="5A6768"/>
      </a:accent6>
      <a:hlink>
        <a:srgbClr val="A25872"/>
      </a:hlink>
      <a:folHlink>
        <a:srgbClr val="667A7E"/>
      </a:folHlink>
    </a:clrScheme>
    <a:fontScheme name="modern love avenir">
      <a:majorFont>
        <a:latin typeface="Modern Love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hemianVTI" id="{B5E50611-F7C7-47BC-81A6-BE9493DF8677}" vid="{7A26D0DD-A1A5-444B-B0FB-E7DB9E2D04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Bohemian</Template>
  <TotalTime>44</TotalTime>
  <Words>255</Words>
  <Application>Microsoft Office PowerPoint</Application>
  <PresentationFormat>Widescreen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Avenir Next LT Pro</vt:lpstr>
      <vt:lpstr>Modern Love</vt:lpstr>
      <vt:lpstr>Times New Roman</vt:lpstr>
      <vt:lpstr>BohemianVTI</vt:lpstr>
      <vt:lpstr>Java-Based Smart Procurement &amp; Vendor Management System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Gugloth Rajitha</dc:creator>
  <cp:lastModifiedBy>Gugloth Rajitha</cp:lastModifiedBy>
  <cp:revision>1</cp:revision>
  <dcterms:created xsi:type="dcterms:W3CDTF">2026-02-22T06:31:14Z</dcterms:created>
  <dcterms:modified xsi:type="dcterms:W3CDTF">2026-02-22T07:15:33Z</dcterms:modified>
</cp:coreProperties>
</file>